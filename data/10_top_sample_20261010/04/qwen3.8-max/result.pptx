
<file path=[Content_Types].xml><?xml version="1.0" encoding="utf-8"?>
<Types xmlns="http://schemas.openxmlformats.org/package/2006/content-types">
  <Default Extension="ttf" ContentType="application/x-font-ttf"/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WenYuan Sans SC"/>
      <p:regular r:id="rId201314"/>
      <p:bold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317897"/>
            <a:ext cx="228600" cy="21431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990860"/>
            <a:ext cx="42863" cy="4000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215485" y="3123828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68197" y="3123828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0910" y="3123828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089" y="257175"/>
            <a:ext cx="721519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产品版本宣讲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451713" y="267891"/>
            <a:ext cx="1478756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CUSTOMER BRIEFING · V3.2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71475" y="1019435"/>
            <a:ext cx="4500563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V3.2 更新要点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1475" y="1210531"/>
            <a:ext cx="4500563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自动通知通道升级提醒，批量处理，报表逐层查看，打开速度，栏位可见范围，导出修复，日期框修复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4313" y="1532334"/>
            <a:ext cx="8715375" cy="5286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v3.2 版本更新，您的团队能多做成这些事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4313" y="2175216"/>
            <a:ext cx="9238298" cy="471488"/>
          </a:xfrm>
          <a:prstGeom prst="rect">
            <a:avLst/>
          </a:prstGeom>
          <a:ln/>
        </p:spPr>
        <p:txBody>
          <a:bodyPr wrap="none" lIns="0" tIns="48578" rIns="0" bIns="48578" rtlCol="0" anchor="ctr">
            <a:no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7 个更新点，按您的使用场景讲清楚：</a:t>
            </a:r>
            <a:pPr algn="l" indent="0" marL="0">
              <a:buNone/>
            </a:pPr>
            <a:r>
              <a:rPr lang="en-US" sz="2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这次能多干成什么事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14313" y="2703798"/>
            <a:ext cx="9238298" cy="2214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内容依据 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v3.2 版本更新日志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、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客户日常使用场景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、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客户成功团队宣讲要求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整理，已改写为客户视角表达。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103" y="3245272"/>
            <a:ext cx="200025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7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19051" y="3366715"/>
            <a:ext cx="17145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503" y="3681040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本次更新点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503" y="3881065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每页只讲一件事，按使用场景说明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16877" y="3245272"/>
            <a:ext cx="214313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3588172" y="3366715"/>
            <a:ext cx="17145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8216" y="3681040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已自动生效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8216" y="3881065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登录后即可使用，无需任何设置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268362" y="3245272"/>
            <a:ext cx="157163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481279" y="3366715"/>
            <a:ext cx="17145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70929" y="3681040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需要您安排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70929" y="3881065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旧版自动通知通道即将停用，请尽快升级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15429" y="4743450"/>
            <a:ext cx="1014413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客户成功团队 · 版本宣讲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458106" y="4743450"/>
            <a:ext cx="514350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2026 年 9 月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145494" y="4750594"/>
            <a:ext cx="785813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v3.2 客户版更新说明</a:t>
            </a:r>
            <a:endParaRPr lang="en-US" sz="700" dirty="0"/>
          </a:p>
        </p:txBody>
      </p:sp>
      <p:sp>
        <p:nvSpPr>
          <p:cNvPr id="65535" name="wm:hwcld:2026-09-23T07:15:25:77e7aa27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087636"/>
            <a:ext cx="8715375" cy="1021556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1455" y="1298377"/>
            <a:ext cx="1243013" cy="600075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7629525" y="1251942"/>
            <a:ext cx="1121569" cy="692944"/>
          </a:xfrm>
          <a:prstGeom prst="rect">
            <a:avLst/>
          </a:prstGeom>
          <a:solidFill>
            <a:srgbClr val="FFFFF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313" y="2225725"/>
            <a:ext cx="2828925" cy="104298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7538" y="2225725"/>
            <a:ext cx="2828925" cy="104298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00763" y="2225725"/>
            <a:ext cx="2828925" cy="104298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313" y="3382119"/>
            <a:ext cx="2828925" cy="878681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7538" y="3382119"/>
            <a:ext cx="2828925" cy="878681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00763" y="3382119"/>
            <a:ext cx="2828925" cy="878681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需要您安排一件事：旧版自动通知通道即将停用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7915" y="1384102"/>
            <a:ext cx="750094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需要您行动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5755" y="1639491"/>
            <a:ext cx="1014413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本次 7 项中唯一 1 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05918" y="1234976"/>
            <a:ext cx="5650706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如果您从我们系统自动接收消息，请在下个大版本到来前完成一次通道升级。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05918" y="1518493"/>
            <a:ext cx="5650706" cy="4429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单据状态提醒、审批结果回传、数据同步这类自动消息走的是旧版通道；旧版通道将在下个大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版本停止服务，届时这些消息会停止送达。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61654" y="1375172"/>
            <a:ext cx="4572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停止时间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9544" y="1573411"/>
            <a:ext cx="821531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下个大版本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615" y="2373064"/>
            <a:ext cx="71438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4061" y="2383780"/>
            <a:ext cx="900113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确认是否在用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4331" y="2677567"/>
            <a:ext cx="2528888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内部问一句：我们有没有从你们系统自动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接收消息？不清楚就交给我们核对。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05882" y="2373064"/>
            <a:ext cx="100012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89945" y="2383780"/>
            <a:ext cx="900113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领取升级指引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07556" y="2677567"/>
            <a:ext cx="2528888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联系专属客户成功经理，拿到切换步骤和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建议的时间安排。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49107" y="2373064"/>
            <a:ext cx="100012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33170" y="2383780"/>
            <a:ext cx="750094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切换并验证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0781" y="2677567"/>
            <a:ext cx="2528888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在停止日前完成切换，再用一条真实业务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数据确认消息能正常收到。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4331" y="3503563"/>
            <a:ext cx="2528888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消息内容不变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4331" y="3766096"/>
            <a:ext cx="2528888" cy="3714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升级的是传送通道，原本推送的消息内容照旧，业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务流程不用重新设计。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07556" y="3503563"/>
            <a:ext cx="2528888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可以从容安排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07556" y="3766096"/>
            <a:ext cx="2528888" cy="3714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现在到下个大版本之间旧通道仍正常服务，可以挑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业务低峰期切换。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50781" y="3503563"/>
            <a:ext cx="2528888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不确定不用慌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50781" y="3766096"/>
            <a:ext cx="2528888" cy="3714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是否受影响由客户成功经理协助核对，核对过程不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影响日常使用。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依据 v3.2 版本更新日志整理；本页是本次版本中唯一需要您安排动作的更新点，请优先处理。</a:t>
            </a:r>
            <a:endParaRPr lang="en-US" sz="700" dirty="0"/>
          </a:p>
        </p:txBody>
      </p:sp>
      <p:sp>
        <p:nvSpPr>
          <p:cNvPr id="65535" name="wm:hwcld:2026-09-23T07:15:25:77e7aa27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164431"/>
            <a:ext cx="2714625" cy="1578769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7538" y="1164431"/>
            <a:ext cx="5772150" cy="1578769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313" y="2858393"/>
            <a:ext cx="2828925" cy="1321594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7538" y="2858393"/>
            <a:ext cx="2828925" cy="1321594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00763" y="2858393"/>
            <a:ext cx="2828925" cy="1321594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一次处理上千条记录，月底批量录入不用再熬夜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2962" y="1336774"/>
            <a:ext cx="814388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本次新增能力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632" y="1665387"/>
            <a:ext cx="814388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66397" y="1786830"/>
            <a:ext cx="1000125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条 / 单次最多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2906" y="2128838"/>
            <a:ext cx="2357438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新增、修改、删除可以放在同一批里一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次提交。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6131" y="1312664"/>
            <a:ext cx="5414963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这次能多干成什么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6131" y="1624310"/>
            <a:ext cx="5414963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月初建档、季度调价、批量清理这类集中处理，不用再一条一条点开、修改、保存；整理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成一批提交，一次就能做完上千条。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6131" y="2151162"/>
            <a:ext cx="5414963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人工点击的次数少了，错录、漏录也跟着减少；月底、季末的集中处理不必再拆成几天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做，也不必为此加班。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4387" y="3007519"/>
            <a:ext cx="585788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集中建档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4331" y="3305770"/>
            <a:ext cx="2528888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一次性把基础资料录完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4331" y="3588841"/>
            <a:ext cx="2528888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新客户、新物料、新门店的资料一次录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入，不必拆成几天做完。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07612" y="3007519"/>
            <a:ext cx="585788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集中调整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07556" y="3305770"/>
            <a:ext cx="2528888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一批改完立即生效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07556" y="3588841"/>
            <a:ext cx="2528888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季度调价、批量改归属、批量更新联系方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式，提交后按一批核对结果。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0837" y="3007519"/>
            <a:ext cx="585788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集中清理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50781" y="3305770"/>
            <a:ext cx="2528888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历史数据不再干扰查询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50781" y="3588841"/>
            <a:ext cx="2528888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下架商品、作废单据、停用离职人员账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号，一批处理干净。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依据 v3.2 版本更新日志整理；单次最多 1000 条为本次版本给出的上限，能力随版本自动可用。</a:t>
            </a:r>
            <a:endParaRPr lang="en-US" sz="700" dirty="0"/>
          </a:p>
        </p:txBody>
      </p:sp>
      <p:sp>
        <p:nvSpPr>
          <p:cNvPr id="65535" name="wm:hwcld:2026-09-23T07:15:25:77e7aa27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184077"/>
            <a:ext cx="8715375" cy="46434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982" y="1760488"/>
            <a:ext cx="1650206" cy="1264444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0884" y="1760488"/>
            <a:ext cx="1650206" cy="1264444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6841" y="1760488"/>
            <a:ext cx="1650206" cy="1264444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12798" y="1760488"/>
            <a:ext cx="1650206" cy="1264444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78700" y="1760488"/>
            <a:ext cx="1650206" cy="1264444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313" y="3138339"/>
            <a:ext cx="4243388" cy="10215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3138339"/>
            <a:ext cx="4243388" cy="102155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报表能从汇总一路点到明细，问题自己会浮出来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2850" y="1305520"/>
            <a:ext cx="7058025" cy="2214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看到总数有异常，直接在报表上继续往下点，最多 5 层就能点到具体那一条明细，不用再导出到表格里手工分组核对。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6426" y="1940868"/>
            <a:ext cx="1407319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 1 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6426" y="2167682"/>
            <a:ext cx="1407319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全国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26" y="2473077"/>
            <a:ext cx="1407319" cy="3714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先看整体是不是符合预期，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有没有明显偏离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2327" y="1940868"/>
            <a:ext cx="1407319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 2 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2327" y="2167682"/>
            <a:ext cx="1407319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大区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2327" y="2473077"/>
            <a:ext cx="1407319" cy="3714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接着找出偏离目标的那个大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区，责任立刻清楚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68285" y="1940868"/>
            <a:ext cx="1407319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 3 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68285" y="2167682"/>
            <a:ext cx="1407319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门店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68285" y="2473077"/>
            <a:ext cx="1407319" cy="3714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再往下看是哪家门店在拖后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腿，会后直接跟进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34242" y="1940868"/>
            <a:ext cx="1407319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 4 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34242" y="2167682"/>
            <a:ext cx="1407319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品类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34242" y="2473077"/>
            <a:ext cx="1407319" cy="3714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看清是哪一类商品造成的差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异，便于调整做法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00144" y="1940868"/>
            <a:ext cx="1407319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 5 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00144" y="2167682"/>
            <a:ext cx="1407319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单品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0144" y="2473077"/>
            <a:ext cx="1407319" cy="3714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最后落到具体单品，会上就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能定下处理动作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2906" y="3285679"/>
            <a:ext cx="388620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往下看的顺序由您定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2906" y="3568750"/>
            <a:ext cx="3886200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按自己的业务习惯设定，例如「客户 → 合同 → 回款单」或「仓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库 → 批次 → 货位」，不需要等我们改报表。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894" y="3285679"/>
            <a:ext cx="388620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少走的几步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894" y="3568750"/>
            <a:ext cx="3886200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原来「看报表 → 导出 → 手工分组 → 再核对」四步，现在只剩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「看报表 → 点两下」，口径也不会因为导表而对不上。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依据 v3.2 版本更新日志整理；示例路径（全国 → 大区 → 门店 → 品类 → 单品）为宣讲示意，实际往下看的维度与顺序由您自行设定。</a:t>
            </a:r>
            <a:endParaRPr lang="en-US" sz="700" dirty="0"/>
          </a:p>
        </p:txBody>
      </p:sp>
      <p:sp>
        <p:nvSpPr>
          <p:cNvPr id="65535" name="wm:hwcld:2026-09-23T07:15:25:77e7aa27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2" y="1058168"/>
            <a:ext cx="5200650" cy="32289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7911" y="3679924"/>
            <a:ext cx="44241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7911" y="3279874"/>
            <a:ext cx="44241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7911" y="2886968"/>
            <a:ext cx="44241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7911" y="2486918"/>
            <a:ext cx="44241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7911" y="2086868"/>
            <a:ext cx="44241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7911" y="1693962"/>
            <a:ext cx="44241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121" y="1457503"/>
            <a:ext cx="12115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相对等待时间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7911" y="3679924"/>
            <a:ext cx="442415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431" y="3607772"/>
            <a:ext cx="354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981" y="3210580"/>
            <a:ext cx="5257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981" y="2813387"/>
            <a:ext cx="5257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981" y="2416195"/>
            <a:ext cx="5257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981" y="2019002"/>
            <a:ext cx="5257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80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-56469" y="1621810"/>
            <a:ext cx="6972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07115" y="3719929"/>
            <a:ext cx="793671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9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优化前</a:t>
            </a:r>
            <a:endParaRPr lang="en-US" sz="1069" dirty="0"/>
          </a:p>
        </p:txBody>
      </p:sp>
      <p:sp>
        <p:nvSpPr>
          <p:cNvPr id="19" name="Text 17"/>
          <p:cNvSpPr/>
          <p:nvPr/>
        </p:nvSpPr>
        <p:spPr>
          <a:xfrm>
            <a:off x="3619194" y="3719929"/>
            <a:ext cx="793671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9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优化后</a:t>
            </a:r>
            <a:endParaRPr lang="en-US" sz="1069" dirty="0"/>
          </a:p>
        </p:txBody>
      </p:sp>
      <p:sp>
        <p:nvSpPr>
          <p:cNvPr id="20" name="Shape 18"/>
          <p:cNvSpPr/>
          <p:nvPr/>
        </p:nvSpPr>
        <p:spPr>
          <a:xfrm>
            <a:off x="1461050" y="1690390"/>
            <a:ext cx="685800" cy="1985962"/>
          </a:xfrm>
          <a:custGeom>
            <a:avLst/>
            <a:gdLst/>
            <a:ahLst/>
            <a:cxnLst/>
            <a:rect l="l" t="t" r="r" b="b"/>
            <a:pathLst>
              <a:path w="685800" h="1985962">
                <a:moveTo>
                  <a:pt x="0" y="1985962"/>
                </a:moveTo>
                <a:lnTo>
                  <a:pt x="685800" y="1985962"/>
                </a:lnTo>
                <a:lnTo>
                  <a:pt x="685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555757"/>
          </a:solidFill>
          <a:ln/>
        </p:spPr>
      </p:sp>
      <p:sp>
        <p:nvSpPr>
          <p:cNvPr id="21" name="Shape 19"/>
          <p:cNvSpPr/>
          <p:nvPr/>
        </p:nvSpPr>
        <p:spPr>
          <a:xfrm>
            <a:off x="3673129" y="2484774"/>
            <a:ext cx="685800" cy="1191578"/>
          </a:xfrm>
          <a:custGeom>
            <a:avLst/>
            <a:gdLst/>
            <a:ahLst/>
            <a:cxnLst/>
            <a:rect l="l" t="t" r="r" b="b"/>
            <a:pathLst>
              <a:path w="685800" h="1191578">
                <a:moveTo>
                  <a:pt x="0" y="1191578"/>
                </a:moveTo>
                <a:lnTo>
                  <a:pt x="685800" y="1191578"/>
                </a:lnTo>
                <a:lnTo>
                  <a:pt x="685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22" name="Text 20"/>
          <p:cNvSpPr/>
          <p:nvPr/>
        </p:nvSpPr>
        <p:spPr>
          <a:xfrm>
            <a:off x="1342821" y="1473934"/>
            <a:ext cx="922258" cy="19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4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</a:t>
            </a:r>
            <a:endParaRPr lang="en-US" sz="1294" dirty="0"/>
          </a:p>
        </p:txBody>
      </p:sp>
      <p:sp>
        <p:nvSpPr>
          <p:cNvPr id="23" name="Text 21"/>
          <p:cNvSpPr/>
          <p:nvPr/>
        </p:nvSpPr>
        <p:spPr>
          <a:xfrm>
            <a:off x="3678130" y="2268319"/>
            <a:ext cx="675799" cy="19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4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60</a:t>
            </a:r>
            <a:endParaRPr lang="en-US" sz="1294" dirty="0"/>
          </a:p>
        </p:txBody>
      </p:sp>
      <p:sp>
        <p:nvSpPr>
          <p:cNvPr id="24" name="Shape 22"/>
          <p:cNvSpPr/>
          <p:nvPr/>
        </p:nvSpPr>
        <p:spPr>
          <a:xfrm>
            <a:off x="5643563" y="1058168"/>
            <a:ext cx="3286125" cy="1557337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43563" y="2729805"/>
            <a:ext cx="3286125" cy="1557337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打开列表快了近一半，几万条数据也不用干等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5756" y="1177826"/>
            <a:ext cx="4957763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打开列表看到内容所需的等待时间（相对示意）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5756" y="3979962"/>
            <a:ext cx="4957763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以优化前的等待时间记为 100，优化后约为 60，即缩短约 40%。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93637" y="1209080"/>
            <a:ext cx="1157288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随本次版本自动生效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92186" y="1537692"/>
            <a:ext cx="1185863" cy="4286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 40%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5793581" y="2022574"/>
            <a:ext cx="2986087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数据量大的列表，打开后看到内容的时间比原来缩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短约四成，您不需要做任何设置。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93581" y="2867323"/>
            <a:ext cx="2986087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哪些场景感受最明显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93581" y="3178969"/>
            <a:ext cx="2986087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客服查订单、仓库查库存、财务查流水这类每天都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要开很多次的列表。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93581" y="3705820"/>
            <a:ext cx="2986087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改筛选条件、翻到后面几页时的等待也一起变短，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不必因为怕卡而少筛几次。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依据 v3.2 版本更新日志整理；图中数值为按“降低约 40%”换算的相对示意，不是实测秒数，实际感受随数据量与网络环境而不同。</a:t>
            </a:r>
            <a:endParaRPr lang="en-US" sz="700" dirty="0"/>
          </a:p>
        </p:txBody>
      </p:sp>
      <p:sp>
        <p:nvSpPr>
          <p:cNvPr id="65535" name="wm:hwcld:2026-09-23T07:15:25:77e7aa27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3757"/>
            <a:ext cx="8715375" cy="46434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313" y="1350169"/>
            <a:ext cx="8715375" cy="1921669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1456" y="1357312"/>
            <a:ext cx="8701088" cy="378619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6" name="Shape 4"/>
          <p:cNvSpPr/>
          <p:nvPr/>
        </p:nvSpPr>
        <p:spPr>
          <a:xfrm>
            <a:off x="221456" y="1732359"/>
            <a:ext cx="8701088" cy="385763"/>
          </a:xfrm>
          <a:prstGeom prst="rect">
            <a:avLst/>
          </a:prstGeom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456" y="1732359"/>
            <a:ext cx="8701088" cy="3857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1456" y="2114550"/>
            <a:ext cx="8701088" cy="385763"/>
          </a:xfrm>
          <a:prstGeom prst="rect">
            <a:avLst/>
          </a:prstGeom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456" y="2114550"/>
            <a:ext cx="8701088" cy="38576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21456" y="2496741"/>
            <a:ext cx="8701088" cy="385763"/>
          </a:xfrm>
          <a:prstGeom prst="rect">
            <a:avLst/>
          </a:prstGeom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1456" y="2496741"/>
            <a:ext cx="8701088" cy="38576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21456" y="2878931"/>
            <a:ext cx="8701088" cy="385763"/>
          </a:xfrm>
          <a:prstGeom prst="rect">
            <a:avLst/>
          </a:prstGeom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456" y="2878931"/>
            <a:ext cx="8701088" cy="385763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14313" y="3384798"/>
            <a:ext cx="4243388" cy="11858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686300" y="3384798"/>
            <a:ext cx="4243388" cy="1185863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谁能看到哪一栏，现在可以单独设定了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392906" y="895201"/>
            <a:ext cx="8358188" cy="2214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权限不再只是「能不能看这个页面」，而是细到同一张表里的每一栏：敏感信息只给该看的岗位，其他同事照常使用同一条记录的其余信息。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221121" y="1357312"/>
            <a:ext cx="3164681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同一张客户订单表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3383849" y="1357312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销售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702150" y="1357312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财务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023744" y="1357312"/>
            <a:ext cx="1578769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外包客服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602513" y="1357312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管理岗位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221121" y="1739503"/>
            <a:ext cx="3164681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客户名称与订单信息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383849" y="1739503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可见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702150" y="1739503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可见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023744" y="1739503"/>
            <a:ext cx="1578769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可见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602513" y="1739503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可见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221121" y="2121694"/>
            <a:ext cx="3164681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手机号等联系方式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3383849" y="2121694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可见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702150" y="2121694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按需开放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023744" y="2121694"/>
            <a:ext cx="1578769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隐藏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602513" y="2121694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可见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221121" y="2503884"/>
            <a:ext cx="3164681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成本价与折扣底数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3383849" y="2503884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隐藏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702150" y="2503884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可见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023744" y="2503884"/>
            <a:ext cx="1578769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隐藏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7602513" y="2503884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可见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221121" y="2886075"/>
            <a:ext cx="3164681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内部跟进备注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3383849" y="2886075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隐藏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4702150" y="2886075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隐藏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6023744" y="2886075"/>
            <a:ext cx="1578769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隐藏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7602513" y="2886075"/>
            <a:ext cx="1321594" cy="378619"/>
          </a:xfrm>
          <a:prstGeom prst="rect">
            <a:avLst/>
          </a:prstGeom>
          <a:ln/>
        </p:spPr>
        <p:txBody>
          <a:bodyPr wrap="none" lIns="97155" tIns="72866" rIns="97155" bIns="72866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可见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392906" y="3504009"/>
            <a:ext cx="3886200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对您有什么用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392906" y="3786634"/>
            <a:ext cx="3886200" cy="6643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内部信息隔离更容易落实；面对合规检查或客户信息保护审计，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能拿出明确的「谁看得到哪一栏」的设定依据，也不必再为了隔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离把一张表拆成两张维护。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4864894" y="3504009"/>
            <a:ext cx="3886200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设定前的小提醒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4864894" y="3786634"/>
            <a:ext cx="3886200" cy="6643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建议管理员和客户成功经理一起梳理各岗位的可见范围后再设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定，避免一时设得过严让同事看不到该看的数据；设好后用两个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不同岗位的账号各查一次做验证。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依据 v3.2 版本更新日志整理；表中岗位与栏位的组合为宣讲示例，实际可见范围由您的管理员设定。</a:t>
            </a:r>
            <a:endParaRPr lang="en-US" sz="700" dirty="0"/>
          </a:p>
        </p:txBody>
      </p:sp>
      <p:sp>
        <p:nvSpPr>
          <p:cNvPr id="65535" name="wm:hwcld:2026-09-23T07:15:25:77e7aa27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197025"/>
            <a:ext cx="2714625" cy="1293019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7538" y="1197025"/>
            <a:ext cx="2828925" cy="1293019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00763" y="1197025"/>
            <a:ext cx="2828925" cy="1293019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313" y="2604343"/>
            <a:ext cx="2828925" cy="96440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7538" y="2604343"/>
            <a:ext cx="2828925" cy="96440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00763" y="2604343"/>
            <a:ext cx="2828925" cy="96440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313" y="3683496"/>
            <a:ext cx="8715375" cy="46434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导出十万行以上数据，不再出现缺行少列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4022" y="1376511"/>
            <a:ext cx="792956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 万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45245" y="1497955"/>
            <a:ext cx="51435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行以上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2906" y="1868537"/>
            <a:ext cx="2357438" cy="4429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过去数据量超过这个规模时，导出的表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格偶尔会少一部分；本次版本已修复。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07612" y="1347936"/>
            <a:ext cx="471488" cy="242888"/>
          </a:xfrm>
          <a:prstGeom prst="rect">
            <a:avLst/>
          </a:prstGeom>
          <a:solidFill>
            <a:srgbClr val="FFFFFF"/>
          </a:solidFill>
          <a:ln w="6191">
            <a:solidFill>
              <a:srgbClr val="B5B5B5"/>
            </a:solidFill>
            <a:prstDash val="solid"/>
          </a:ln>
        </p:spPr>
        <p:txBody>
          <a:bodyPr wrap="none" lIns="48578" tIns="24289" rIns="48578" bIns="24289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修复前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07556" y="1646634"/>
            <a:ext cx="2528888" cy="6643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导出的结果偶尔比页面上少一部分，需要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重导一次，或者分段导出后再拼起来核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对。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50837" y="1347936"/>
            <a:ext cx="471488" cy="242888"/>
          </a:xfrm>
          <a:prstGeom prst="rect">
            <a:avLst/>
          </a:prstGeom>
          <a:solidFill>
            <a:srgbClr val="FFFFF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修复后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50781" y="1646634"/>
            <a:ext cx="2528888" cy="6643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一次导出就是完整的，结果与页面上看到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的数据一致，对账和报送按常规流程走即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4331" y="2723108"/>
            <a:ext cx="2528888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财务对账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4331" y="3006179"/>
            <a:ext cx="2528888" cy="4429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月末导出全月流水直接对账，不用再担心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少了哪几行。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07556" y="2723108"/>
            <a:ext cx="2528888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年度盘点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07556" y="3006179"/>
            <a:ext cx="2528888" cy="4429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十几万行明细一次导完，不必按仓库或月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份拆成多个文件再合并。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0781" y="2723108"/>
            <a:ext cx="2528888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对外报送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50781" y="3006179"/>
            <a:ext cx="2528888" cy="4429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报送前按常规流程核对总行数即可，不必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为缺行反复重导。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2906" y="3804940"/>
            <a:ext cx="8358188" cy="2214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对外报送的重要数据，导出后顺手核对一下总行数与页面是否一致，这是好习惯，不是本次修复留下的问题。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依据 v3.2 版本更新日志整理；该修复已随本次版本自动生效，无需重新设置导出方式。</a:t>
            </a:r>
            <a:endParaRPr lang="en-US" sz="700" dirty="0"/>
          </a:p>
        </p:txBody>
      </p:sp>
      <p:sp>
        <p:nvSpPr>
          <p:cNvPr id="65535" name="wm:hwcld:2026-09-23T07:15:25:77e7aa27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961727"/>
            <a:ext cx="4243388" cy="1600200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86300" y="961727"/>
            <a:ext cx="4243388" cy="1600200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313" y="2677120"/>
            <a:ext cx="2828925" cy="11858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7538" y="2677120"/>
            <a:ext cx="2828925" cy="11858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00763" y="2677120"/>
            <a:ext cx="2828925" cy="11858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313" y="3977283"/>
            <a:ext cx="8715375" cy="4071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日期框显示错位的问题已修好，选日期不再点错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2962" y="1111300"/>
            <a:ext cx="1271588" cy="242888"/>
          </a:xfrm>
          <a:prstGeom prst="rect">
            <a:avLst/>
          </a:prstGeom>
          <a:solidFill>
            <a:srgbClr val="FFFFFF"/>
          </a:solidFill>
          <a:ln w="6191">
            <a:solidFill>
              <a:srgbClr val="B5B5B5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修复前（部分浏览器）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2906" y="1438126"/>
            <a:ext cx="388620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日期框弹错位置，容易点错日期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2906" y="1749326"/>
            <a:ext cx="3886200" cy="6643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点开日期框后，弹出的日历会盖住输入框，或者跑到页面另一个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位置，看不清自己选的是哪一天，容易点错日期甚至选错月份，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填完还要返工。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64950" y="1111300"/>
            <a:ext cx="1157288" cy="242888"/>
          </a:xfrm>
          <a:prstGeom prst="rect">
            <a:avLst/>
          </a:prstGeom>
          <a:solidFill>
            <a:srgbClr val="FFFFF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修复后（本次版本）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894" y="1438126"/>
            <a:ext cx="388620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日期框就在输入框旁边，所见即所选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894" y="1749326"/>
            <a:ext cx="3886200" cy="6643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各家常用浏览器上，日期框都会出现在输入框旁边，选完当场就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能看清并回填到输入框；填工单、录合同、按月份筛数据时不用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再反复确认自己选的是哪一天。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4331" y="2796332"/>
            <a:ext cx="2528888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常用到日期的地方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4331" y="3078956"/>
            <a:ext cx="2528888" cy="6643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填工单要选发生日期、录合同要选生效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日、按月份筛数据要选起止时间，这些都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要点日期框。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07556" y="2796332"/>
            <a:ext cx="2528888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绕路办法可以取消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07556" y="3078956"/>
            <a:ext cx="2528888" cy="6643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之前为此改用手填日期，或者换一台电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脑、换一个浏览器再操作的同事，现在可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以直接点选。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50781" y="2796332"/>
            <a:ext cx="2528888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无需任何设置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0781" y="3078956"/>
            <a:ext cx="2528888" cy="6643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随本次版本自动生效；如果仍看到位置异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常，先刷新一次页面，再反馈给您的客户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成功经理。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2962" y="4070152"/>
            <a:ext cx="6379369" cy="2214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这是一项使用体验类修复：不改变任何已有数据，也不影响您现在的操作流程，登录之后就是修好的状态。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依据 v3.2 版本更新日志整理；该修复已随本次版本自动生效，各家常用浏览器均适用。</a:t>
            </a:r>
            <a:endParaRPr lang="en-US" sz="700" dirty="0"/>
          </a:p>
        </p:txBody>
      </p:sp>
      <p:sp>
        <p:nvSpPr>
          <p:cNvPr id="65535" name="wm:hwcld:2026-09-23T07:15:25:77e7aa27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271462"/>
            <a:ext cx="42863" cy="1714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160859"/>
            <a:ext cx="71438" cy="6286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214312" y="2332434"/>
            <a:ext cx="285750" cy="14288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3" y="3886200"/>
            <a:ext cx="8715375" cy="857250"/>
          </a:xfrm>
          <a:prstGeom prst="rect">
            <a:avLst/>
          </a:prstGeom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3886200"/>
            <a:ext cx="8715375" cy="857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2342" y="253603"/>
            <a:ext cx="1514475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v3.2 版本更新 · 客户宣讲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88174" y="282178"/>
            <a:ext cx="700088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升级已自动生效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44575" y="282178"/>
            <a:ext cx="285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5B5B5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|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129463" y="282178"/>
            <a:ext cx="180022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只剩自动通知通道升级一件事需要您安排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7200" y="1132284"/>
            <a:ext cx="1485900" cy="6858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谢谢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585843" y="2189559"/>
            <a:ext cx="4286250" cy="3000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祝使用顺利，有需要随时找您的客户成功经理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14313" y="2775347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7 项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4313" y="3089672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本次更新点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214313" y="3296841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每页只讲一件事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436019" y="2775347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 项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436019" y="3089672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已自动生效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436019" y="3296841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无需设置，登录即用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657725" y="2775347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 项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657725" y="3089672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需要您安排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657725" y="3296841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旧版自动通知通道请尽快升级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879431" y="2775347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 步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879431" y="3089672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升级动作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879431" y="3296841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确认在用 → 领取指引 → 切换并验证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15485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REPORTER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15485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客户成功团队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15485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本次版本宣讲的主讲与支持团队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196772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DEPARTMENT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3196772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客户成功部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196772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负责对接升级指引与使用培训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178116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DATE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178116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2026 年 9 月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178116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v3.2 客户版更新说明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215094" y="4772025"/>
            <a:ext cx="21717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内容依据 v3.2 版本更新日志整理，已改写为客户视角表达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786507" y="4772025"/>
            <a:ext cx="21431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如需使用培训或迁移协助，请联系您的专属客户成功经理</a:t>
            </a:r>
            <a:endParaRPr lang="en-US" sz="700" dirty="0"/>
          </a:p>
        </p:txBody>
      </p:sp>
      <p:sp>
        <p:nvSpPr>
          <p:cNvPr id="65535" name="wm:hwcld:2026-09-23T07:15:25:77e7aa27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2026-09-23T07:15:39Z</dcterms:created>
  <dcterms:modified xsi:type="dcterms:W3CDTF">2026-09-23T07:15:39Z</dcterms:modified>
</cp:coreProperties>
</file>